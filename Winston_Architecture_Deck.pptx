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035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035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035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035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035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50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350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350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350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350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665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665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665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665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665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665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980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980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980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980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980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980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296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611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611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611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611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611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611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611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611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611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26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926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926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926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6926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6926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6926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926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4241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241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4241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241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241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241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241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4241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4241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1556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556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1556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1556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1556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1556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1556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1556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1556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7200" y="1920240"/>
            <a:ext cx="6858000" cy="2743200"/>
          </a:xfrm>
          <a:prstGeom prst="rect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72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Winston Platform</a:t>
            </a:r>
            <a:endParaRPr lang="en-US" sz="5400" dirty="0"/>
          </a:p>
        </p:txBody>
      </p:sp>
      <p:sp>
        <p:nvSpPr>
          <p:cNvPr id="141" name="Text 139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 Estate Private Equity SaaS</a:t>
            </a:r>
            <a:endParaRPr lang="en-US" sz="2100" dirty="0"/>
          </a:p>
        </p:txBody>
      </p:sp>
      <p:sp>
        <p:nvSpPr>
          <p:cNvPr id="142" name="Shape 140"/>
          <p:cNvSpPr/>
          <p:nvPr/>
        </p:nvSpPr>
        <p:spPr>
          <a:xfrm>
            <a:off x="457200" y="3520440"/>
            <a:ext cx="54864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7200" y="3749040"/>
            <a:ext cx="1005840" cy="182880"/>
          </a:xfrm>
          <a:prstGeom prst="rect">
            <a:avLst/>
          </a:prstGeom>
          <a:solidFill>
            <a:srgbClr val="38BDF8">
              <a:alpha val="25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0292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FastAPI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691640" y="3749040"/>
            <a:ext cx="1005840" cy="182880"/>
          </a:xfrm>
          <a:prstGeom prst="rect">
            <a:avLst/>
          </a:prstGeom>
          <a:solidFill>
            <a:srgbClr val="FBBF24">
              <a:alpha val="2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73736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2926080" y="3749040"/>
            <a:ext cx="1005840" cy="182880"/>
          </a:xfrm>
          <a:prstGeom prst="rect">
            <a:avLst/>
          </a:prstGeom>
          <a:solidFill>
            <a:srgbClr val="34D399">
              <a:alpha val="25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97180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160520" y="3749040"/>
            <a:ext cx="1005840" cy="182880"/>
          </a:xfrm>
          <a:prstGeom prst="rect">
            <a:avLst/>
          </a:prstGeom>
          <a:solidFill>
            <a:srgbClr val="A78BFA">
              <a:alpha val="25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0624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Orchestrator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5394960" y="3749040"/>
            <a:ext cx="1005840" cy="182880"/>
          </a:xfrm>
          <a:prstGeom prst="rect">
            <a:avLst/>
          </a:prstGeom>
          <a:solidFill>
            <a:srgbClr val="FB7185">
              <a:alpha val="25000"/>
            </a:srgbClr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44068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Railway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57200" y="4251960"/>
            <a:ext cx="1828800" cy="64008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3035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53035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2468880" y="4251960"/>
            <a:ext cx="1828800" cy="64008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54203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254203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BOS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4480560" y="4251960"/>
            <a:ext cx="1828800" cy="64008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55371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repo-c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455371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Lab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96012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4200" dirty="0"/>
          </a:p>
        </p:txBody>
      </p:sp>
      <p:sp>
        <p:nvSpPr>
          <p:cNvPr id="163" name="Text 161"/>
          <p:cNvSpPr/>
          <p:nvPr/>
        </p:nvSpPr>
        <p:spPr>
          <a:xfrm>
            <a:off x="960120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Groups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960120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65" name="Text 163"/>
          <p:cNvSpPr/>
          <p:nvPr/>
        </p:nvSpPr>
        <p:spPr>
          <a:xfrm>
            <a:off x="960120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Repos</a:t>
            </a:r>
            <a:endParaRPr lang="en-US" sz="850" dirty="0"/>
          </a:p>
        </p:txBody>
      </p:sp>
      <p:sp>
        <p:nvSpPr>
          <p:cNvPr id="166" name="Text 164"/>
          <p:cNvSpPr/>
          <p:nvPr/>
        </p:nvSpPr>
        <p:spPr>
          <a:xfrm>
            <a:off x="960120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67" name="Text 165"/>
          <p:cNvSpPr/>
          <p:nvPr/>
        </p:nvSpPr>
        <p:spPr>
          <a:xfrm>
            <a:off x="9601200" y="4681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9601200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200" dirty="0"/>
          </a:p>
        </p:txBody>
      </p:sp>
      <p:sp>
        <p:nvSpPr>
          <p:cNvPr id="169" name="Text 167"/>
          <p:cNvSpPr/>
          <p:nvPr/>
        </p:nvSpPr>
        <p:spPr>
          <a:xfrm>
            <a:off x="9601200" y="5870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Chunks</a:t>
            </a:r>
            <a:endParaRPr lang="en-US" sz="850" dirty="0"/>
          </a:p>
        </p:txBody>
      </p:sp>
      <p:sp>
        <p:nvSpPr>
          <p:cNvPr id="170" name="Text 168"/>
          <p:cNvSpPr/>
          <p:nvPr/>
        </p:nvSpPr>
        <p:spPr>
          <a:xfrm>
            <a:off x="45720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Three-service monorepo deployed on Railway + Supabase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749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 · Next.js 14 / TypeScript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91440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(BOS)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FastAPI / Python 3.11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22960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914400"/>
            <a:ext cx="37490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6676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External APIs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00200"/>
            <a:ext cx="5029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Confirm → Execute AI shell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quick actions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9748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Fund 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 · Performance · Waterfall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Cockpit · Debt Summary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9476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Summary &amp; 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capital accounts · Distributions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Quarter-close exports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89204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Scenarios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inputs · Stress tests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scenario modeling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1600200"/>
            <a:ext cx="50292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 /api/ai/gateway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4456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· Tool calling loop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completions (gpt-4o-mini)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8912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2697480"/>
            <a:ext cx="5029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4456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tool groups · Rate limit · Audit trail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with actor attribution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38912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379476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API v1 / v2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4456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· Deals · Assets · JVs · Metrics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Quarter-close · Waterfall · Scenarios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8912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892040"/>
            <a:ext cx="5029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4456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+ Reports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4456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views for Winston demo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· Intelligence 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36676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66760" y="1600200"/>
            <a:ext cx="50292" cy="9601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2220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2220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rag_chunks (vector 1536-dim)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 · Parent-child chunks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36676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2697480"/>
            <a:ext cx="50292" cy="9601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2220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 (IC memos, OAs)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· Bucket: documents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36676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6760" y="3794760"/>
            <a:ext cx="5029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2220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2220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(chat completions)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(RAG vectors)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36676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66760" y="4892040"/>
            <a:ext cx="50292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2220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Deployment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52220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deploys · Health checks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services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886200" y="207568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886200" y="317296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886200" y="427024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886200" y="53675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863840" y="207568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863840" y="317296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863840" y="427024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863840" y="53675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65760" y="6492240"/>
            <a:ext cx="128016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737360" y="6492240"/>
            <a:ext cx="128016" cy="12801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019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108960" y="6492240"/>
            <a:ext cx="128016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735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480560" y="6492240"/>
            <a:ext cx="128016" cy="12801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451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852160" y="6492240"/>
            <a:ext cx="128016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167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Infrastructure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AI Gateway · RAG Pipeline · MCP Tool Orchestration · Streaming SSE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194560" cy="164592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1945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/ Confirm / Execute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Actions (asset-aware)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response pane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history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5943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42316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SSE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017520" y="914400"/>
            <a:ext cx="3200400" cy="3200400"/>
          </a:xfrm>
          <a:prstGeom prst="rect">
            <a:avLst/>
          </a:prstGeom>
          <a:solidFill>
            <a:srgbClr val="1A2540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914400"/>
            <a:ext cx="32004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54680" y="1188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/api/ai/gateway/ask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463040"/>
            <a:ext cx="256032" cy="25603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4813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93008" y="14721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domain context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93008" y="1636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 system prompt + entity scope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54680" y="1965960"/>
            <a:ext cx="256032" cy="256032"/>
          </a:xfrm>
          <a:prstGeom prst="ellipse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9842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93008" y="1975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pre-fetch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21396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rag_chunks (top-K=5)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154680" y="2468880"/>
            <a:ext cx="256032" cy="256032"/>
          </a:xfrm>
          <a:prstGeom prst="ellipse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487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93008" y="2478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stream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93008" y="26426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streaming tool calls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56032" cy="256032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9900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93008" y="29809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dispatch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93008" y="31455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tool rounds · audit logged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54680" y="3474720"/>
            <a:ext cx="256032" cy="256032"/>
          </a:xfrm>
          <a:prstGeom prst="ellipse">
            <a:avLst/>
          </a:prstGeom>
          <a:solidFill>
            <a:srgbClr val="FB7185">
              <a:alpha val="7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4930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93008" y="3483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emission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93008" y="36484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| tool_use | tool_result | done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217920" y="1371600"/>
            <a:ext cx="64008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ysDot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217920" y="1170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6400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217920" y="2130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vector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217920" y="3337560"/>
            <a:ext cx="6400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217920" y="31363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858000" y="960120"/>
            <a:ext cx="265176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960120"/>
            <a:ext cx="265176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10241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967728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67728" y="1444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(chat + tool calls)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(1536-dim)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 Completions API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858000" y="2011680"/>
            <a:ext cx="265176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2011680"/>
            <a:ext cx="265176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967728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/ rag_chunks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67728" y="2496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 (m=16)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chunking (400/800 tok)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business_id scoping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58000" y="306324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3063240"/>
            <a:ext cx="26517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127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967728" y="3310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67728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re_model · rag · business · documents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work · metrics · report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git · fe · api · db · repo · rate-limit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28600" y="4663440"/>
            <a:ext cx="11704320" cy="1188720"/>
          </a:xfrm>
          <a:prstGeom prst="rect">
            <a:avLst/>
          </a:prstGeom>
          <a:solidFill>
            <a:srgbClr val="12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65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65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gateway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508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OPENAI_CHAT_MODEL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508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651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OAI_EMBEDDING_MODEL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651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text-embed-3-small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794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AI_MAX_TOOL_ROUNDS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794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(tool-call cycles)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937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RAG_TOP_K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937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(chunks returned)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080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RAG_CHUNK_TOKENS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080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(child size)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223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MCP_RATE_LIMIT_RPM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223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366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MCP_API_TOKEN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366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auth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9738360" y="4956048"/>
            <a:ext cx="2194560" cy="6858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84080" y="4983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AI_GATEWAY_ENABLED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784080" y="5184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when OPENAI_API_KEY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present in environment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→ Embedding → pgvector storage → Semantic retrieval for Winston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93268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  (DOCUMENT UPLOAD → VECTOR STORE)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0020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Memo · OA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7452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18872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documents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18872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rag_indexer.py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clean text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4068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18872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400 tok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800 tok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2376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188720"/>
            <a:ext cx="160020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-3-small (1536d)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0684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972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89720" y="118872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Store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8116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rag_chunks table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0040" y="2514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SCHEMA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7498080" cy="868680"/>
          </a:xfrm>
          <a:prstGeom prst="rect">
            <a:avLst/>
          </a:prstGeom>
          <a:solidFill>
            <a:srgbClr val="121929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88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rag_chunks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(chunk_id UUID, document_id UUID, business_id UUID, entity_type TEXT, entity_id UUID,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VECTOR(1536), chunk_text TEXT, parent_chunk_id UUID,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chunk_index INT, section_heading TEXT, token_count INT,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INDEX: HNSW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 cosine_ops, m=16, ef_construction=64) 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863840" y="2743200"/>
            <a:ext cx="4023360" cy="8686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73568" y="2971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pgvector extension is not enabled, system silently falls back to PostgreSQL tsvector full-text search. Check /api/ai/gateway/health for rag_available: true to confirm pgvector is active.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0040" y="3794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 (QUERY → AI CONTEXT)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023360"/>
            <a:ext cx="160020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Winston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8745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1031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103120" y="402336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Pre-fetch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945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rag.search MCP tool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direct call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7033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9319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931920" y="4023360"/>
            <a:ext cx="160020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233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-3-small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321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7607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760720" y="402336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Top-K=5 children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609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5895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589520" y="402336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Chunk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809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800-tok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for context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1897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4183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418320" y="4023360"/>
            <a:ext cx="16002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097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5097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chunk_id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74320" y="5349240"/>
            <a:ext cx="11612880" cy="1188720"/>
          </a:xfrm>
          <a:prstGeom prst="rect">
            <a:avLst/>
          </a:prstGeom>
          <a:solidFill>
            <a:srgbClr val="121929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5394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CHUNKING STRATEGY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6576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5577840"/>
            <a:ext cx="457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chunks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7548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tokens · 50-token overlap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7548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search precision — smaller window = better semantic match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24612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46120" y="5577840"/>
            <a:ext cx="45720" cy="82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5584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chunks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35584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tokens · context-rich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35584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AI — larger context avoids truncated answers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12648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26480" y="5577840"/>
            <a:ext cx="45720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3620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23620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per chunk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23620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for citation traceability in Winston responses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00684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06840" y="5577840"/>
            <a:ext cx="457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1656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11656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business_id scoped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911656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filter: fund | asset | investment | pds_project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Orchestration + Winston Command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· Rate limiting · Audit trail · Plan → Confirm → Execute UX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86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 FLOW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0" cy="530352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347472" y="1143000"/>
            <a:ext cx="566928" cy="566928"/>
          </a:xfrm>
          <a:prstGeom prst="ellipse">
            <a:avLst/>
          </a:prstGeom>
          <a:solidFill>
            <a:srgbClr val="38BDF8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1143000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143000"/>
            <a:ext cx="45720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4630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query or Quick 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(asset-context aware)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2587752"/>
            <a:ext cx="0" cy="5303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347472" y="2130552"/>
            <a:ext cx="566928" cy="566928"/>
          </a:xfrm>
          <a:prstGeom prst="ellipse">
            <a:avLst/>
          </a:prstGeom>
          <a:solidFill>
            <a:srgbClr val="A78BFA">
              <a:alpha val="7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219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2130552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130552"/>
            <a:ext cx="45720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450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proposes an operation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structured parameters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" y="3575304"/>
            <a:ext cx="0" cy="530352"/>
          </a:xfrm>
          <a:prstGeom prst="line">
            <a:avLst/>
          </a:prstGeom>
          <a:noFill/>
          <a:ln w="19050">
            <a:solidFill>
              <a:srgbClr val="FBBF24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347472" y="3118104"/>
            <a:ext cx="566928" cy="566928"/>
          </a:xfrm>
          <a:prstGeom prst="ellipse">
            <a:avLst/>
          </a:prstGeom>
          <a:solidFill>
            <a:srgbClr val="FBBF24">
              <a:alpha val="7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095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24128" y="3118104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3118104"/>
            <a:ext cx="45720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43814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plan summary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approves or edits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4562856"/>
            <a:ext cx="0" cy="530352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347472" y="4105656"/>
            <a:ext cx="566928" cy="566928"/>
          </a:xfrm>
          <a:prstGeom prst="ellipse">
            <a:avLst/>
          </a:prstGeom>
          <a:solidFill>
            <a:srgbClr val="34D399">
              <a:alpha val="7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970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24128" y="4105656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105656"/>
            <a:ext cx="45720" cy="8046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44256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dispatch + AI response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displayed in timeline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5093208"/>
            <a:ext cx="566928" cy="566928"/>
          </a:xfrm>
          <a:prstGeom prst="ellipse">
            <a:avLst/>
          </a:prstGeom>
          <a:solidFill>
            <a:srgbClr val="FB7185">
              <a:alpha val="7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51846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24128" y="5093208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" y="5093208"/>
            <a:ext cx="45720" cy="80467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148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5413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execution audit-logged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actor + tool + result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8869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 (15 TOOL GROUPS)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20640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1115568"/>
            <a:ext cx="228600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1208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rag.search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516368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16368" y="1115568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Models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078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re_model.run · re_model.list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912096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2096" y="1115568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3536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003536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business.get · business.list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20640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71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865376"/>
            <a:ext cx="2286000" cy="3200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212080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document.upload · document.get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516368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16368" y="1865376"/>
            <a:ext cx="228600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07808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607808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execution.run · execution.list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912096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12096" y="1865376"/>
            <a:ext cx="228600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03536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/ Tasks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003536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work.create · work.update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120640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2615184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0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12080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metrics.query · metrics.aggregate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516368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2615184"/>
            <a:ext cx="2286000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07808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607808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report.generate · report.list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9912096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12096" y="2615184"/>
            <a:ext cx="2286000" cy="320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03536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Git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003536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repo.read · git.status · git.diff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120640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0640" y="3364992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0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212080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fe.navigate · fe.screenshot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516368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16368" y="3364992"/>
            <a:ext cx="228600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07808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07808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api.call · api.health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912096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718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12096" y="3364992"/>
            <a:ext cx="2286000" cy="3200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03536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003536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 · db.schema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120640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20640" y="4114800"/>
            <a:ext cx="2286000" cy="320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12080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/ Config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212080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env.get · env.set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516368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516368" y="4114800"/>
            <a:ext cx="2286000" cy="320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07808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Admin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607808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bm.list_tools · bm.version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912096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12096" y="4114800"/>
            <a:ext cx="2286000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003536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003536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MCP_RATE_LIMIT_RPM: 60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MCP_TOOL_TIMEOUT: 60s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120640" y="6263640"/>
            <a:ext cx="6858000" cy="457200"/>
          </a:xfrm>
          <a:prstGeom prst="rect">
            <a:avLst/>
          </a:prstGeom>
          <a:solidFill>
            <a:srgbClr val="121929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12080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623560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 MCP_API_TOKEN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565392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976872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audit-logged with actor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7918704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330184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RPM  per actor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9272016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guard: 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9683496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ENABLE_MCP_WRITES flag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10625328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cap: 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11036808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KB max input/output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Topology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 · Supabase managed Postgres · Blue-green deploys · Manual DB migrations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132320" cy="4663440"/>
          </a:xfrm>
          <a:prstGeom prst="rect">
            <a:avLst/>
          </a:prstGeom>
          <a:solidFill>
            <a:srgbClr val="121929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1323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108960" cy="402336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31089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89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SERVICE  · REPO-B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· Tailwind CSS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Components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227685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 UI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Fund / Asset dashboards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27523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Summary · Models · Reports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22783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FRONTEND_PORT (default 3001)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46557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npm run build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git push → Railway auto-build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" y="394106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HTTP 200 on /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94760" y="1325880"/>
            <a:ext cx="3383280" cy="402336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1325880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  · BACKEND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319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180136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Uvicorn · Psycopg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31920" y="203911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31920" y="227685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(OpenAI streaming)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31920" y="251460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server (stdio + HTTP)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31920" y="275234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API v1/v2 · Query Engine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0" y="299008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indexer + semantic search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31920" y="322783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0" y="346557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BACKEND_PORT (default 8000)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31920" y="370332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GET /health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31920" y="394106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Docker → Railway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31920" y="417880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Migrations: make db:migrate (manual!)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680960" y="960120"/>
            <a:ext cx="4206240" cy="4663440"/>
          </a:xfrm>
          <a:prstGeom prst="rect">
            <a:avLst/>
          </a:prstGeom>
          <a:solidFill>
            <a:srgbClr val="121929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0" y="960120"/>
            <a:ext cx="42062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(MANAGED)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863840" y="132588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1325880"/>
            <a:ext cx="45720" cy="914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1389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73568" y="16093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store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repe_fund · repe_asset · repe_deal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re_asset_quarter_state · re_scenario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re_fund_quarter_state · rag_chunks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863840" y="237744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377440"/>
            <a:ext cx="45720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2441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Extension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73568" y="26609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VECTOR(1536) columns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tsvector fallback if disabled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863840" y="342900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3429000"/>
            <a:ext cx="4572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493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73568" y="3712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documents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 (PDFs, DOCX)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upload/download URLs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863840" y="448056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4480560"/>
            <a:ext cx="45720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73568" y="4544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73568" y="47640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db:migrate runs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repo-b/db/schema/apply.js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NOT auto on Railway deploy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406640" y="3200400"/>
            <a:ext cx="256032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ysDot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388352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274320" y="5870448"/>
            <a:ext cx="11612880" cy="758952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870448"/>
            <a:ext cx="45720" cy="7589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5907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TIMING GUIDE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11480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11480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~2-4 min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15768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715768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~2-4 min (cached deps)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 (new requirements)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20056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020056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make db:migrate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 by Railway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24344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check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24344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/api/ai/gateway/health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rag_available: true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628632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smoke tests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628632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DATABASE_URL=... make test-live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real endpoints + seed data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Winston Platform Architecture</dc:title>
  <dc:subject>PptxGenJS Presentation</dc:subject>
  <dc:creator>Winston Platform</dc:creator>
  <cp:lastModifiedBy>Winston Platform</cp:lastModifiedBy>
  <cp:revision>1</cp:revision>
  <dcterms:created xsi:type="dcterms:W3CDTF">2026-03-06T03:16:05Z</dcterms:created>
  <dcterms:modified xsi:type="dcterms:W3CDTF">2026-03-06T03:16:05Z</dcterms:modified>
</cp:coreProperties>
</file>