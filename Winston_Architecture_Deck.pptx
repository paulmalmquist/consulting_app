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4592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92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4592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4592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592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4592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92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4592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7744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7744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7744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7744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7744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7744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7744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7744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7744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0896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0896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0896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0896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10896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0896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10896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0896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4048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4048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4048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4048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4048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4048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4048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4048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4048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7200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7200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7200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7200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57200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30352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0352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30352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0352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0352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30352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0352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30352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03504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3504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03504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03504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03504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3504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03504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3504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76656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76656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76656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6656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6656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76656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76656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6656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6656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9808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9808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49808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9808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49808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49808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49808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49808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49808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22960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22960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22960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22960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22960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22960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22960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22960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2960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6112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96112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96112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96112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96112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96112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96112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6112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96112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69264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69264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9264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69264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69264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69264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69264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69264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69264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42416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42416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042416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42416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42416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42416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42416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42416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42416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155680" y="3657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1155680" y="10972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1155680" y="18288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11155680" y="25603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1155680" y="329184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1155680" y="402336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11155680" y="475488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1155680" y="548640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1155680" y="6217920"/>
            <a:ext cx="36576" cy="36576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457200" y="1920240"/>
            <a:ext cx="6858000" cy="2743200"/>
          </a:xfrm>
          <a:prstGeom prst="rect">
            <a:avLst/>
          </a:prstGeom>
          <a:solidFill>
            <a:srgbClr val="38BDF8">
              <a:alpha val="8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5720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900" dirty="0"/>
          </a:p>
        </p:txBody>
      </p:sp>
      <p:sp>
        <p:nvSpPr>
          <p:cNvPr id="140" name="Text 138"/>
          <p:cNvSpPr/>
          <p:nvPr/>
        </p:nvSpPr>
        <p:spPr>
          <a:xfrm>
            <a:off x="457200" y="18288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Winston Platform</a:t>
            </a:r>
            <a:endParaRPr lang="en-US" sz="5400" dirty="0"/>
          </a:p>
        </p:txBody>
      </p:sp>
      <p:sp>
        <p:nvSpPr>
          <p:cNvPr id="141" name="Text 139"/>
          <p:cNvSpPr/>
          <p:nvPr/>
        </p:nvSpPr>
        <p:spPr>
          <a:xfrm>
            <a:off x="457200" y="2834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Real Estate Private Equity SaaS</a:t>
            </a:r>
            <a:endParaRPr lang="en-US" sz="2100" dirty="0"/>
          </a:p>
        </p:txBody>
      </p:sp>
      <p:sp>
        <p:nvSpPr>
          <p:cNvPr id="142" name="Shape 140"/>
          <p:cNvSpPr/>
          <p:nvPr/>
        </p:nvSpPr>
        <p:spPr>
          <a:xfrm>
            <a:off x="457200" y="3520440"/>
            <a:ext cx="548640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57200" y="3749040"/>
            <a:ext cx="1005840" cy="182880"/>
          </a:xfrm>
          <a:prstGeom prst="rect">
            <a:avLst/>
          </a:prstGeom>
          <a:solidFill>
            <a:srgbClr val="38BDF8">
              <a:alpha val="25000"/>
            </a:srgbClr>
          </a:solidFill>
          <a:ln w="10160">
            <a:solidFill>
              <a:srgbClr val="38BDF8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02920" y="37673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FastAPI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1691640" y="3749040"/>
            <a:ext cx="1005840" cy="182880"/>
          </a:xfrm>
          <a:prstGeom prst="rect">
            <a:avLst/>
          </a:prstGeom>
          <a:solidFill>
            <a:srgbClr val="FBBF24">
              <a:alpha val="25000"/>
            </a:srgbClr>
          </a:solidFill>
          <a:ln w="10160">
            <a:solidFill>
              <a:srgbClr val="FBBF24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737360" y="37673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GPT-4o</a:t>
            </a:r>
            <a:endParaRPr lang="en-US" sz="700" dirty="0"/>
          </a:p>
        </p:txBody>
      </p:sp>
      <p:sp>
        <p:nvSpPr>
          <p:cNvPr id="147" name="Shape 145"/>
          <p:cNvSpPr/>
          <p:nvPr/>
        </p:nvSpPr>
        <p:spPr>
          <a:xfrm>
            <a:off x="2926080" y="3749040"/>
            <a:ext cx="1005840" cy="182880"/>
          </a:xfrm>
          <a:prstGeom prst="rect">
            <a:avLst/>
          </a:prstGeom>
          <a:solidFill>
            <a:srgbClr val="34D399">
              <a:alpha val="25000"/>
            </a:srgbClr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2971800" y="37673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RAG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4160520" y="3749040"/>
            <a:ext cx="1005840" cy="182880"/>
          </a:xfrm>
          <a:prstGeom prst="rect">
            <a:avLst/>
          </a:prstGeom>
          <a:solidFill>
            <a:srgbClr val="A78BFA">
              <a:alpha val="25000"/>
            </a:srgbClr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206240" y="37673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Orchestrator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5394960" y="3749040"/>
            <a:ext cx="1005840" cy="182880"/>
          </a:xfrm>
          <a:prstGeom prst="rect">
            <a:avLst/>
          </a:prstGeom>
          <a:solidFill>
            <a:srgbClr val="FB7185">
              <a:alpha val="25000"/>
            </a:srgbClr>
          </a:solidFill>
          <a:ln w="10160">
            <a:solidFill>
              <a:srgbClr val="FB718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440680" y="37673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· Railway</a:t>
            </a:r>
            <a:endParaRPr lang="en-US" sz="700" dirty="0"/>
          </a:p>
        </p:txBody>
      </p:sp>
      <p:sp>
        <p:nvSpPr>
          <p:cNvPr id="153" name="Shape 151"/>
          <p:cNvSpPr/>
          <p:nvPr/>
        </p:nvSpPr>
        <p:spPr>
          <a:xfrm>
            <a:off x="457200" y="4251960"/>
            <a:ext cx="1828800" cy="640080"/>
          </a:xfrm>
          <a:prstGeom prst="rect">
            <a:avLst/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530352" y="42793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repo-b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530352" y="449884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Frontend</a:t>
            </a:r>
            <a:endParaRPr lang="en-US" sz="800" dirty="0"/>
          </a:p>
        </p:txBody>
      </p:sp>
      <p:sp>
        <p:nvSpPr>
          <p:cNvPr id="156" name="Shape 154"/>
          <p:cNvSpPr/>
          <p:nvPr/>
        </p:nvSpPr>
        <p:spPr>
          <a:xfrm>
            <a:off x="2468880" y="4251960"/>
            <a:ext cx="1828800" cy="640080"/>
          </a:xfrm>
          <a:prstGeom prst="rect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542032" y="42793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58" name="Text 156"/>
          <p:cNvSpPr/>
          <p:nvPr/>
        </p:nvSpPr>
        <p:spPr>
          <a:xfrm>
            <a:off x="2542032" y="449884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BOS</a:t>
            </a:r>
            <a:endParaRPr lang="en-US" sz="800" dirty="0"/>
          </a:p>
        </p:txBody>
      </p:sp>
      <p:sp>
        <p:nvSpPr>
          <p:cNvPr id="159" name="Shape 157"/>
          <p:cNvSpPr/>
          <p:nvPr/>
        </p:nvSpPr>
        <p:spPr>
          <a:xfrm>
            <a:off x="4480560" y="4251960"/>
            <a:ext cx="1828800" cy="640080"/>
          </a:xfrm>
          <a:prstGeom prst="rect">
            <a:avLst/>
          </a:prstGeom>
          <a:solidFill>
            <a:srgbClr val="A78BFA">
              <a:alpha val="15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553712" y="42793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repo-c</a:t>
            </a:r>
            <a:endParaRPr lang="en-US" sz="1000" dirty="0"/>
          </a:p>
        </p:txBody>
      </p:sp>
      <p:sp>
        <p:nvSpPr>
          <p:cNvPr id="161" name="Text 159"/>
          <p:cNvSpPr/>
          <p:nvPr/>
        </p:nvSpPr>
        <p:spPr>
          <a:xfrm>
            <a:off x="4553712" y="449884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Lab</a:t>
            </a:r>
            <a:endParaRPr lang="en-US" sz="800" dirty="0"/>
          </a:p>
        </p:txBody>
      </p:sp>
      <p:sp>
        <p:nvSpPr>
          <p:cNvPr id="162" name="Text 160"/>
          <p:cNvSpPr/>
          <p:nvPr/>
        </p:nvSpPr>
        <p:spPr>
          <a:xfrm>
            <a:off x="960120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15+</a:t>
            </a:r>
            <a:endParaRPr lang="en-US" sz="4200" dirty="0"/>
          </a:p>
        </p:txBody>
      </p:sp>
      <p:sp>
        <p:nvSpPr>
          <p:cNvPr id="163" name="Text 161"/>
          <p:cNvSpPr/>
          <p:nvPr/>
        </p:nvSpPr>
        <p:spPr>
          <a:xfrm>
            <a:off x="9601200" y="23042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Groups</a:t>
            </a:r>
            <a:endParaRPr lang="en-US" sz="850" dirty="0"/>
          </a:p>
        </p:txBody>
      </p:sp>
      <p:sp>
        <p:nvSpPr>
          <p:cNvPr id="164" name="Text 162"/>
          <p:cNvSpPr/>
          <p:nvPr/>
        </p:nvSpPr>
        <p:spPr>
          <a:xfrm>
            <a:off x="960120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200" dirty="0"/>
          </a:p>
        </p:txBody>
      </p:sp>
      <p:sp>
        <p:nvSpPr>
          <p:cNvPr id="165" name="Text 163"/>
          <p:cNvSpPr/>
          <p:nvPr/>
        </p:nvSpPr>
        <p:spPr>
          <a:xfrm>
            <a:off x="9601200" y="34930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Repos</a:t>
            </a:r>
            <a:endParaRPr lang="en-US" sz="850" dirty="0"/>
          </a:p>
        </p:txBody>
      </p:sp>
      <p:sp>
        <p:nvSpPr>
          <p:cNvPr id="166" name="Text 164"/>
          <p:cNvSpPr/>
          <p:nvPr/>
        </p:nvSpPr>
        <p:spPr>
          <a:xfrm>
            <a:off x="9601200" y="4023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167" name="Text 165"/>
          <p:cNvSpPr/>
          <p:nvPr/>
        </p:nvSpPr>
        <p:spPr>
          <a:xfrm>
            <a:off x="9601200" y="46817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</a:t>
            </a:r>
            <a:endParaRPr lang="en-US" sz="850" dirty="0"/>
          </a:p>
        </p:txBody>
      </p:sp>
      <p:sp>
        <p:nvSpPr>
          <p:cNvPr id="168" name="Text 166"/>
          <p:cNvSpPr/>
          <p:nvPr/>
        </p:nvSpPr>
        <p:spPr>
          <a:xfrm>
            <a:off x="9601200" y="52120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200" dirty="0"/>
          </a:p>
        </p:txBody>
      </p:sp>
      <p:sp>
        <p:nvSpPr>
          <p:cNvPr id="169" name="Text 167"/>
          <p:cNvSpPr/>
          <p:nvPr/>
        </p:nvSpPr>
        <p:spPr>
          <a:xfrm>
            <a:off x="9601200" y="58704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Chunks</a:t>
            </a:r>
            <a:endParaRPr lang="en-US" sz="850" dirty="0"/>
          </a:p>
        </p:txBody>
      </p:sp>
      <p:sp>
        <p:nvSpPr>
          <p:cNvPr id="170" name="Text 168"/>
          <p:cNvSpPr/>
          <p:nvPr/>
        </p:nvSpPr>
        <p:spPr>
          <a:xfrm>
            <a:off x="457200" y="6537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 Overview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669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Three-service monorepo deployed on Railway + Supabase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3749040" cy="5394960"/>
          </a:xfrm>
          <a:prstGeom prst="rect">
            <a:avLst/>
          </a:prstGeom>
          <a:solidFill>
            <a:srgbClr val="121929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203200" dist="50800" dir="81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374904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11480" y="12527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repo-b · Next.js 14 / TypeScript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251960" y="914400"/>
            <a:ext cx="3749040" cy="5394960"/>
          </a:xfrm>
          <a:prstGeom prst="rect">
            <a:avLst/>
          </a:prstGeom>
          <a:solidFill>
            <a:srgbClr val="121929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203200" dist="50800" dir="81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51960" y="914400"/>
            <a:ext cx="374904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0058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(BOS)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389120" y="12527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FastAPI / Python 3.11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8229600" y="914400"/>
            <a:ext cx="3749040" cy="5394960"/>
          </a:xfrm>
          <a:prstGeom prst="rect">
            <a:avLst/>
          </a:prstGeom>
          <a:solidFill>
            <a:srgbClr val="121929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50800" dir="81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0" y="914400"/>
            <a:ext cx="3749040" cy="54864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10058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366760" y="12527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 + External APIs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60020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1600200"/>
            <a:ext cx="50292" cy="9601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16642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Winston Command Center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6928" y="188366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Confirm → Execute AI shell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quick actions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11480" y="269748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38BD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697480"/>
            <a:ext cx="50292" cy="9601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276148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Fund Dashboard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66928" y="298094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KPIs · Performance · Waterfall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Cockpit · Debt Summary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11480" y="379476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38BD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3794760"/>
            <a:ext cx="50292" cy="9601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8587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Summary &amp; Reports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407822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capital accounts · Distributions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Quarter-close exports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1480" y="489204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38BD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1480" y="4892040"/>
            <a:ext cx="50292" cy="9601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95604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 Scenarios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66928" y="517550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 inputs · Stress tests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scenario modeling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389120" y="160020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89120" y="1600200"/>
            <a:ext cx="50292" cy="960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44568" y="16642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Gateway  /api/ai/gateway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44568" y="188366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SSE · Tool calling loop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chat completions (gpt-4o-mini)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389120" y="269748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2697480"/>
            <a:ext cx="50292" cy="9601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44568" y="276148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Orchestrator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44568" y="298094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tool groups · Rate limit · Audit trail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execute with actor attribution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389120" y="379476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38BD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89120" y="3794760"/>
            <a:ext cx="50292" cy="9601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44568" y="38587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API v1 / v2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544568" y="407822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· Deals · Assets · JVs · Metrics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Quarter-close · Waterfall · Scenarios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389120" y="489204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FBBF2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89120" y="4892040"/>
            <a:ext cx="50292" cy="9601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44568" y="495604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Engine + Reports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44568" y="517550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views for Winston demo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intelligence · Intelligence API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366760" y="160020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FB718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66760" y="1600200"/>
            <a:ext cx="50292" cy="96012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22208" y="16642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pgvector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522208" y="188366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rag_chunks (vector 1536-dim)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cosine index · Parent-child chunks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8366760" y="269748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FB718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66760" y="2697480"/>
            <a:ext cx="50292" cy="96012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522208" y="276148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Storage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522208" y="298094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uploads (IC memos, OAs)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URLs · Bucket: documents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366760" y="379476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FBBF2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66760" y="3794760"/>
            <a:ext cx="50292" cy="9601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22208" y="38587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API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8522208" y="407822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(chat completions)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(RAG vectors)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8366760" y="4892040"/>
            <a:ext cx="3474720" cy="960120"/>
          </a:xfrm>
          <a:prstGeom prst="rect">
            <a:avLst/>
          </a:prstGeom>
          <a:solidFill>
            <a:srgbClr val="1A2540"/>
          </a:solidFill>
          <a:ln w="10160">
            <a:solidFill>
              <a:srgbClr val="94A3B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66760" y="4892040"/>
            <a:ext cx="50292" cy="9601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22208" y="495604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Deployment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522208" y="5175504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Blue-green deploys · Health checks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+ Backend services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886200" y="2075688"/>
            <a:ext cx="484632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ysDot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886200" y="3172968"/>
            <a:ext cx="484632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ysDot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3886200" y="4270248"/>
            <a:ext cx="484632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ysDot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3886200" y="5367528"/>
            <a:ext cx="484632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ysDot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7863840" y="2075688"/>
            <a:ext cx="484632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ysDot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863840" y="3172968"/>
            <a:ext cx="484632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ysDot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863840" y="4270248"/>
            <a:ext cx="484632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ysDot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7863840" y="5367528"/>
            <a:ext cx="484632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ysDot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365760" y="6492240"/>
            <a:ext cx="128016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30352" y="64739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1737360" y="6492240"/>
            <a:ext cx="128016" cy="12801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901952" y="64739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API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3108960" y="6492240"/>
            <a:ext cx="128016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73552" y="64739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480560" y="6492240"/>
            <a:ext cx="128016" cy="128016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645152" y="64739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5852160" y="6492240"/>
            <a:ext cx="128016" cy="12801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016752" y="64739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Infrastructure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Winston AI Gateway · RAG Pipeline · MCP Tool Orchestration · Streaming SSE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194560" cy="1645920"/>
          </a:xfrm>
          <a:prstGeom prst="rect">
            <a:avLst/>
          </a:prstGeom>
          <a:solidFill>
            <a:srgbClr val="1A254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219456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10789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47472" y="1280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Winston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47472" y="166420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Plan / Confirm / Execute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Quick Actions (asset-aware)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Streaming response pane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Conversation history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59436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ysDot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42316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SSE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3017520" y="914400"/>
            <a:ext cx="3200400" cy="3200400"/>
          </a:xfrm>
          <a:prstGeom prst="rect">
            <a:avLst/>
          </a:prstGeom>
          <a:solidFill>
            <a:srgbClr val="1A2540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203200" dist="50800" dir="8100000">
              <a:srgbClr val="00000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17520" y="914400"/>
            <a:ext cx="320040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10058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GATEWAY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154680" y="11887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/api/ai/gateway/ask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54680" y="1463040"/>
            <a:ext cx="256032" cy="256032"/>
          </a:xfrm>
          <a:prstGeom prst="ellipse">
            <a:avLst/>
          </a:prstGeom>
          <a:solidFill>
            <a:srgbClr val="38BDF8">
              <a:alpha val="70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481328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93008" y="147218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domain context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93008" y="16367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 system prompt + entity scope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3154680" y="1965960"/>
            <a:ext cx="256032" cy="256032"/>
          </a:xfrm>
          <a:prstGeom prst="ellipse">
            <a:avLst/>
          </a:prstGeom>
          <a:solidFill>
            <a:srgbClr val="34D399">
              <a:alpha val="70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54680" y="1984248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93008" y="19751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pre-fetch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93008" y="213969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rag_chunks (top-K=5)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154680" y="2468880"/>
            <a:ext cx="256032" cy="256032"/>
          </a:xfrm>
          <a:prstGeom prst="ellipse">
            <a:avLst/>
          </a:prstGeom>
          <a:solidFill>
            <a:srgbClr val="FBBF24">
              <a:alpha val="70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54680" y="2487168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93008" y="24780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chat stream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93008" y="26426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· streaming tool calls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154680" y="2971800"/>
            <a:ext cx="256032" cy="256032"/>
          </a:xfrm>
          <a:prstGeom prst="ellipse">
            <a:avLst/>
          </a:prstGeom>
          <a:solidFill>
            <a:srgbClr val="A78BFA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54680" y="2990088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493008" y="29809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dispatch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93008" y="314553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 tool rounds · audit logged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3154680" y="3474720"/>
            <a:ext cx="256032" cy="256032"/>
          </a:xfrm>
          <a:prstGeom prst="ellipse">
            <a:avLst/>
          </a:prstGeom>
          <a:solidFill>
            <a:srgbClr val="FB7185">
              <a:alpha val="70000"/>
            </a:srgbClr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54680" y="3493008"/>
            <a:ext cx="256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493008" y="348386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event emission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493008" y="364845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| tool_use | tool_result | done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217920" y="1371600"/>
            <a:ext cx="640080" cy="0"/>
          </a:xfrm>
          <a:prstGeom prst="line">
            <a:avLst/>
          </a:prstGeom>
          <a:noFill/>
          <a:ln w="19050">
            <a:solidFill>
              <a:srgbClr val="FBBF24"/>
            </a:solidFill>
            <a:prstDash val="sysDot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217920" y="11704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6217920" y="2331720"/>
            <a:ext cx="64008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ysDot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6217920" y="21305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+ vector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6217920" y="3337560"/>
            <a:ext cx="64008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ysDot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6217920" y="31363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6858000" y="960120"/>
            <a:ext cx="2651760" cy="960120"/>
          </a:xfrm>
          <a:prstGeom prst="rect">
            <a:avLst/>
          </a:prstGeom>
          <a:solidFill>
            <a:srgbClr val="1A2540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858000" y="960120"/>
            <a:ext cx="2651760" cy="4114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67728" y="10241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6967728" y="12070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API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967728" y="14447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(chat + tool calls)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(1536-dim)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Chat Completions API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858000" y="2011680"/>
            <a:ext cx="2651760" cy="960120"/>
          </a:xfrm>
          <a:prstGeom prst="rect">
            <a:avLst/>
          </a:prstGeom>
          <a:solidFill>
            <a:srgbClr val="1A2540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858000" y="2011680"/>
            <a:ext cx="2651760" cy="4114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67728" y="207568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6967728" y="22585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/ rag_chunks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967728" y="24963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cosine index (m=16)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Parent-child chunking (400/800 tok)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business_id scoping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6858000" y="3063240"/>
            <a:ext cx="265176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858000" y="3063240"/>
            <a:ext cx="26517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67728" y="312724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3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6967728" y="33101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Registry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967728" y="354787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re_model · rag · business · documents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· work · metrics · report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· git · fe · api · db · repo · rate-limit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228600" y="4663440"/>
            <a:ext cx="11704320" cy="1188720"/>
          </a:xfrm>
          <a:prstGeom prst="rect">
            <a:avLst/>
          </a:prstGeom>
          <a:solidFill>
            <a:srgbClr val="121929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709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CONFIGURATION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65760" y="49560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OPENAI_API_KEY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365760" y="5138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gateway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1792224" y="49560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OPENAI_CHAT_MODEL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1792224" y="5138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3218688" y="49560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OPENAI_EMBEDDING_MODEL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3218688" y="5138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4645152" y="49560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AI_MAX_TOOL_ROUNDS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4645152" y="5138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(max tool-call cycles)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6071616" y="49560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RAG_TOP_K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6071616" y="5138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(chunks returned)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7498080" y="49560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RAG_CHUNK_TOKENS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498080" y="5138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(child chunk size)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8924544" y="49560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MCP_RATE_LIMIT_RPM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924544" y="5138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10351008" y="49560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MCP_API_TOKEN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10351008" y="5138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auth for MCP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9738360" y="4956048"/>
            <a:ext cx="2194560" cy="685800"/>
          </a:xfrm>
          <a:prstGeom prst="rect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84080" y="498348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AI_GATEWAY_ENABLED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9784080" y="51846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Auto-set when OPENAI_API_KEY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present in environment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Pipeline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ingestion → Embedding → pgvector storage → Semantic retrieval for Winston AI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20040" y="932688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PIPELINE  (DOCUMENT UPLOAD → VECTOR STORE)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88720"/>
            <a:ext cx="1600200" cy="411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618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64592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Memo · OA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874520" y="1737360"/>
            <a:ext cx="4572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ysDot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057400" y="118872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57400" y="1188720"/>
            <a:ext cx="1600200" cy="4114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12618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148840" y="164592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URL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Bucket: documents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657600" y="1737360"/>
            <a:ext cx="4572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ysDot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840480" y="118872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0" y="1188720"/>
            <a:ext cx="1600200" cy="4114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12618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Indexer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(Python)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931920" y="164592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rag_indexer.py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+ clean text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440680" y="1737360"/>
            <a:ext cx="4572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ysDot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23560" y="118872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623560" y="1188720"/>
            <a:ext cx="1600200" cy="4114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15000" y="12618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Parent-Child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715000" y="164592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Child: 400 tok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 800 tok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223760" y="1737360"/>
            <a:ext cx="4572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ysDot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06640" y="118872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06640" y="1188720"/>
            <a:ext cx="1600200" cy="4114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2618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98080" y="164592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-3-small (1536d)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006840" y="1737360"/>
            <a:ext cx="45720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ysDot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189720" y="118872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189720" y="1188720"/>
            <a:ext cx="1600200" cy="4114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81160" y="12618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Store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281160" y="164592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rag_chunks table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20040" y="25146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 SCHEMA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74320" y="2743200"/>
            <a:ext cx="7498080" cy="868680"/>
          </a:xfrm>
          <a:prstGeom prst="rect">
            <a:avLst/>
          </a:prstGeom>
          <a:solidFill>
            <a:srgbClr val="121929"/>
          </a:solidFill>
          <a:ln w="1016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278892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rag_chunks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(chunk_id UUID, document_id UUID, business_id UUID, entity_type TEXT, entity_id UUID,</a:t>
            </a:r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VECTOR(1536), chunk_text TEXT, parent_chunk_id UUID,</a:t>
            </a:r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chunk_index INT, section_heading TEXT, token_count INT,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INDEX: HNSW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(embedding cosine_ops, m=16, ef_construction=64) )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863840" y="2743200"/>
            <a:ext cx="4023360" cy="868680"/>
          </a:xfrm>
          <a:prstGeom prst="rect">
            <a:avLst/>
          </a:prstGeom>
          <a:solidFill>
            <a:srgbClr val="1A2540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3568" y="27980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973568" y="297180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pgvector extension is not enabled, system silently falls back to PostgreSQL tsvector full-text search. Check /api/ai/gateway/health for rag_available: true to confirm pgvector is active.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320040" y="37947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PIPELINE  (QUERY → AI CONTEXT)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274320" y="4023360"/>
            <a:ext cx="1600200" cy="411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Winston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65760" y="44805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874520" y="4572000"/>
            <a:ext cx="50292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ysDot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103120" y="402336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2103120" y="4023360"/>
            <a:ext cx="1600200" cy="4114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94560" y="409651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Gateway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Pre-fetch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194560" y="44805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rag.search MCP tool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direct call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703320" y="4572000"/>
            <a:ext cx="50292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ysDot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931920" y="402336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FBBF2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931920" y="4023360"/>
            <a:ext cx="1600200" cy="4114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023360" y="409651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Query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(OpenAI)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023360" y="44805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-3-small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532120" y="4572000"/>
            <a:ext cx="50292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ysDot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760720" y="402336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760720" y="4023360"/>
            <a:ext cx="1600200" cy="4114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52160" y="409651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852160" y="44805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Top-K=5 children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60920" y="4572000"/>
            <a:ext cx="50292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ysDot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7589520" y="402336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589520" y="4023360"/>
            <a:ext cx="1600200" cy="41148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80960" y="409651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Chunk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680960" y="44805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800-tok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for context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9189720" y="4572000"/>
            <a:ext cx="50292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ysDot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9418320" y="4023360"/>
            <a:ext cx="1600200" cy="1097280"/>
          </a:xfrm>
          <a:prstGeom prst="rect">
            <a:avLst/>
          </a:prstGeom>
          <a:solidFill>
            <a:srgbClr val="1A254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9418320" y="4023360"/>
            <a:ext cx="160020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509760" y="409651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9509760" y="44805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chunks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chunk_id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274320" y="5349240"/>
            <a:ext cx="11612880" cy="1188720"/>
          </a:xfrm>
          <a:prstGeom prst="rect">
            <a:avLst/>
          </a:prstGeom>
          <a:solidFill>
            <a:srgbClr val="121929"/>
          </a:solidFill>
          <a:ln w="10160">
            <a:solidFill>
              <a:srgbClr val="1E3A5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11480" y="5394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PARENT-CHILD CHUNKING STRATEGY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365760" y="5577840"/>
            <a:ext cx="2743200" cy="822960"/>
          </a:xfrm>
          <a:prstGeom prst="rect">
            <a:avLst/>
          </a:prstGeom>
          <a:solidFill>
            <a:srgbClr val="1A2540"/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65760" y="5577840"/>
            <a:ext cx="45720" cy="822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75488" y="5605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chunks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75488" y="578815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tokens · 50-token overlap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475488" y="59618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search precision — smaller window = better semantic match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3246120" y="5577840"/>
            <a:ext cx="2743200" cy="822960"/>
          </a:xfrm>
          <a:prstGeom prst="rect">
            <a:avLst/>
          </a:prstGeom>
          <a:solidFill>
            <a:srgbClr val="1A2540"/>
          </a:solidFill>
          <a:ln w="10160">
            <a:solidFill>
              <a:srgbClr val="FB7185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246120" y="5577840"/>
            <a:ext cx="4572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55848" y="5605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chunks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3355848" y="578815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tokens · context-rich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3355848" y="59618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to AI — larger context avoids truncated answers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126480" y="5577840"/>
            <a:ext cx="2743200" cy="822960"/>
          </a:xfrm>
          <a:prstGeom prst="rect">
            <a:avLst/>
          </a:prstGeom>
          <a:solidFill>
            <a:srgbClr val="1A2540"/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126480" y="5577840"/>
            <a:ext cx="45720" cy="8229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236208" y="5605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heading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236208" y="578815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per chunk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6236208" y="59618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for citation traceability in Winston responses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9006840" y="5577840"/>
            <a:ext cx="2743200" cy="822960"/>
          </a:xfrm>
          <a:prstGeom prst="rect">
            <a:avLst/>
          </a:prstGeom>
          <a:solidFill>
            <a:srgbClr val="1A2540"/>
          </a:solidFill>
          <a:ln w="10160">
            <a:solidFill>
              <a:srgbClr val="38BDF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006840" y="5577840"/>
            <a:ext cx="45720" cy="822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116568" y="5605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9116568" y="578815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business_id scoped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9116568" y="59618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filter: fund | asset | investment | pds_project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Orchestration + Winston Command Flow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registry · Rate limiting · Audit trail · Plan → Confirm → Execute UX loop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74320" y="8869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WINSTON COMMAND CENTER FLOW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658368" y="1600200"/>
            <a:ext cx="0" cy="530352"/>
          </a:xfrm>
          <a:prstGeom prst="line">
            <a:avLst/>
          </a:prstGeom>
          <a:noFill/>
          <a:ln w="19050">
            <a:solidFill>
              <a:srgbClr val="38BDF8"/>
            </a:solidFill>
            <a:prstDash val="sysDash"/>
          </a:ln>
        </p:spPr>
      </p:sp>
      <p:sp>
        <p:nvSpPr>
          <p:cNvPr id="6" name="Shape 4"/>
          <p:cNvSpPr/>
          <p:nvPr/>
        </p:nvSpPr>
        <p:spPr>
          <a:xfrm>
            <a:off x="347472" y="1143000"/>
            <a:ext cx="566928" cy="566928"/>
          </a:xfrm>
          <a:prstGeom prst="ellipse">
            <a:avLst/>
          </a:prstGeom>
          <a:solidFill>
            <a:srgbClr val="38BDF8">
              <a:alpha val="7500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2344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1143000"/>
            <a:ext cx="3657600" cy="804672"/>
          </a:xfrm>
          <a:prstGeom prst="rect">
            <a:avLst/>
          </a:prstGeom>
          <a:solidFill>
            <a:srgbClr val="1A2540"/>
          </a:solidFill>
          <a:ln w="10160">
            <a:solidFill>
              <a:srgbClr val="38BD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4128" y="1143000"/>
            <a:ext cx="45720" cy="80467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5568" y="11978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15568" y="146304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query or Quick Action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(asset-context aware)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58368" y="2587752"/>
            <a:ext cx="0" cy="530352"/>
          </a:xfrm>
          <a:prstGeom prst="line">
            <a:avLst/>
          </a:prstGeom>
          <a:noFill/>
          <a:ln w="19050">
            <a:solidFill>
              <a:srgbClr val="A78BFA"/>
            </a:solidFill>
            <a:prstDash val="sysDash"/>
          </a:ln>
        </p:spPr>
      </p:sp>
      <p:sp>
        <p:nvSpPr>
          <p:cNvPr id="13" name="Shape 11"/>
          <p:cNvSpPr/>
          <p:nvPr/>
        </p:nvSpPr>
        <p:spPr>
          <a:xfrm>
            <a:off x="347472" y="2130552"/>
            <a:ext cx="566928" cy="566928"/>
          </a:xfrm>
          <a:prstGeom prst="ellipse">
            <a:avLst/>
          </a:prstGeom>
          <a:solidFill>
            <a:srgbClr val="A78BFA">
              <a:alpha val="75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2219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24128" y="2130552"/>
            <a:ext cx="3657600" cy="804672"/>
          </a:xfrm>
          <a:prstGeom prst="rect">
            <a:avLst/>
          </a:prstGeom>
          <a:solidFill>
            <a:srgbClr val="1A2540"/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4128" y="2130552"/>
            <a:ext cx="45720" cy="80467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21854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245059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Winston proposes an operation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structured parameters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58368" y="3575304"/>
            <a:ext cx="0" cy="530352"/>
          </a:xfrm>
          <a:prstGeom prst="line">
            <a:avLst/>
          </a:prstGeom>
          <a:noFill/>
          <a:ln w="19050">
            <a:solidFill>
              <a:srgbClr val="FBBF24"/>
            </a:solidFill>
            <a:prstDash val="sysDash"/>
          </a:ln>
        </p:spPr>
      </p:sp>
      <p:sp>
        <p:nvSpPr>
          <p:cNvPr id="20" name="Shape 18"/>
          <p:cNvSpPr/>
          <p:nvPr/>
        </p:nvSpPr>
        <p:spPr>
          <a:xfrm>
            <a:off x="347472" y="3118104"/>
            <a:ext cx="566928" cy="566928"/>
          </a:xfrm>
          <a:prstGeom prst="ellipse">
            <a:avLst/>
          </a:prstGeom>
          <a:solidFill>
            <a:srgbClr val="FBBF24">
              <a:alpha val="75000"/>
            </a:srgbClr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320954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24128" y="3118104"/>
            <a:ext cx="3657600" cy="804672"/>
          </a:xfrm>
          <a:prstGeom prst="rect">
            <a:avLst/>
          </a:prstGeom>
          <a:solidFill>
            <a:srgbClr val="1A2540"/>
          </a:solidFill>
          <a:ln w="10160">
            <a:solidFill>
              <a:srgbClr val="FBBF2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4128" y="3118104"/>
            <a:ext cx="45720" cy="80467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31729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" y="343814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reviews plan summary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approves or edits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58368" y="4562856"/>
            <a:ext cx="0" cy="530352"/>
          </a:xfrm>
          <a:prstGeom prst="line">
            <a:avLst/>
          </a:prstGeom>
          <a:noFill/>
          <a:ln w="19050">
            <a:solidFill>
              <a:srgbClr val="34D399"/>
            </a:solidFill>
            <a:prstDash val="sysDash"/>
          </a:ln>
        </p:spPr>
      </p:sp>
      <p:sp>
        <p:nvSpPr>
          <p:cNvPr id="27" name="Shape 25"/>
          <p:cNvSpPr/>
          <p:nvPr/>
        </p:nvSpPr>
        <p:spPr>
          <a:xfrm>
            <a:off x="347472" y="4105656"/>
            <a:ext cx="566928" cy="566928"/>
          </a:xfrm>
          <a:prstGeom prst="ellipse">
            <a:avLst/>
          </a:prstGeom>
          <a:solidFill>
            <a:srgbClr val="34D399">
              <a:alpha val="75000"/>
            </a:srgbClr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" y="419709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24128" y="4105656"/>
            <a:ext cx="3657600" cy="804672"/>
          </a:xfrm>
          <a:prstGeom prst="rect">
            <a:avLst/>
          </a:prstGeom>
          <a:solidFill>
            <a:srgbClr val="1A2540"/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24128" y="4105656"/>
            <a:ext cx="45720" cy="80467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15568" y="4160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15568" y="442569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dispatch + AI response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displayed in timeline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47472" y="5093208"/>
            <a:ext cx="566928" cy="566928"/>
          </a:xfrm>
          <a:prstGeom prst="ellipse">
            <a:avLst/>
          </a:prstGeom>
          <a:solidFill>
            <a:srgbClr val="FB7185">
              <a:alpha val="75000"/>
            </a:srgbClr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7472" y="518464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24128" y="5093208"/>
            <a:ext cx="3657600" cy="804672"/>
          </a:xfrm>
          <a:prstGeom prst="rect">
            <a:avLst/>
          </a:prstGeom>
          <a:solidFill>
            <a:srgbClr val="1A2540"/>
          </a:solidFill>
          <a:ln w="10160">
            <a:solidFill>
              <a:srgbClr val="FB718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24128" y="5093208"/>
            <a:ext cx="45720" cy="80467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5568" y="51480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15568" y="5413248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execution audit-logged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actor + tool + result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120640" y="8869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REGISTRY  (15 TOOL GROUPS)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120640" y="1115568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34D39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20640" y="1115568"/>
            <a:ext cx="2286000" cy="3200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12080" y="11704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RAG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212080" y="1371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rag.search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516368" y="1115568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38BDF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16368" y="1115568"/>
            <a:ext cx="2286000" cy="3200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607808" y="11704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Models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607808" y="1371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re_model.run · re_model.list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9912096" y="1115568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38BDF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912096" y="1115568"/>
            <a:ext cx="2286000" cy="3200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03536" y="117043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0003536" y="1371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business.get · business.list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5120640" y="1865376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FB718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20640" y="1865376"/>
            <a:ext cx="2286000" cy="32004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2080" y="192024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212080" y="212140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document.upload · document.get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516368" y="1865376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A78BF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516368" y="1865376"/>
            <a:ext cx="2286000" cy="3200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07808" y="192024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Executions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607808" y="212140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execution.run · execution.list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9912096" y="1865376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A78BF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912096" y="1865376"/>
            <a:ext cx="2286000" cy="3200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03536" y="192024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/ Tasks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10003536" y="212140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work.create · work.update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5120640" y="2615184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38BDF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120640" y="2615184"/>
            <a:ext cx="2286000" cy="3200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212080" y="26700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212080" y="287121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metrics.query · metrics.aggregate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7516368" y="2615184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FBBF2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516368" y="2615184"/>
            <a:ext cx="2286000" cy="3200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607808" y="26700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607808" y="287121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report.generate · report.list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9912096" y="2615184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94A3B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912096" y="2615184"/>
            <a:ext cx="2286000" cy="3200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03536" y="267004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/ Git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10003536" y="287121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repo.read · git.status · git.diff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5120640" y="3364992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38BDF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120640" y="3364992"/>
            <a:ext cx="2286000" cy="3200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212080" y="341985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212080" y="362102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fe.navigate · fe.screenshot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7516368" y="3364992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34D39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516368" y="3364992"/>
            <a:ext cx="2286000" cy="3200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607808" y="341985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Tools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607808" y="362102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api.call · api.health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9912096" y="3364992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FB718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912096" y="3364992"/>
            <a:ext cx="2286000" cy="32004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0003536" y="341985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Tools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10003536" y="362102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db.query · db.schema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5120640" y="4114800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64748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120640" y="4114800"/>
            <a:ext cx="2286000" cy="3200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12080" y="416966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/ Config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5212080" y="437083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env.get · env.set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16368" y="4114800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94A3B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516368" y="4114800"/>
            <a:ext cx="2286000" cy="3200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07808" y="416966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/ Admin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7607808" y="437083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bm.list_tools · bm.version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912096" y="4114800"/>
            <a:ext cx="2286000" cy="658368"/>
          </a:xfrm>
          <a:prstGeom prst="rect">
            <a:avLst/>
          </a:prstGeom>
          <a:solidFill>
            <a:srgbClr val="1A2540"/>
          </a:solidFill>
          <a:ln w="8890">
            <a:solidFill>
              <a:srgbClr val="FBBF24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912096" y="4114800"/>
            <a:ext cx="2286000" cy="3200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03536" y="416966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10003536" y="437083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MCP_RATE_LIMIT_RPM: 60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MCP_TOOL_TIMEOUT: 60s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5120640" y="6263640"/>
            <a:ext cx="6858000" cy="457200"/>
          </a:xfrm>
          <a:prstGeom prst="rect">
            <a:avLst/>
          </a:prstGeom>
          <a:solidFill>
            <a:srgbClr val="121929"/>
          </a:solidFill>
          <a:ln w="10160">
            <a:solidFill>
              <a:srgbClr val="1E3A5F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212080" y="62910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623560" y="62910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token  MCP_API_TOKEN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6565392" y="62910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Audit: 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976872" y="62910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audit-logged with actor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7918704" y="62910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limit: 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8330184" y="62910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RPM  per actor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9272016" y="62910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guard: 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9683496" y="62910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ENABLE_MCP_WRITES flag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10625328" y="62910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cap: 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11036808" y="62910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KB max input/output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Topology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cloud · Supabase managed Postgres · Blue-green deploys · Manual DB migrations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7132320" cy="4663440"/>
          </a:xfrm>
          <a:prstGeom prst="rect">
            <a:avLst/>
          </a:prstGeom>
          <a:solidFill>
            <a:srgbClr val="121929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203200" dist="50800" dir="81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713232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241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CLOUD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3108960" cy="4023360"/>
          </a:xfrm>
          <a:prstGeom prst="rect">
            <a:avLst/>
          </a:prstGeom>
          <a:solidFill>
            <a:srgbClr val="1A2540"/>
          </a:solidFill>
          <a:ln w="1016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25880"/>
            <a:ext cx="310896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8988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SERVICE  · REPO-B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40080" y="15727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App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801368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· React · Tailwind CSS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40080" y="2039112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· Server Components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227685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Winston Command Center UI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40080" y="2514600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Fund / Asset dashboards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40080" y="2752344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Summary · Models · Reports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40080" y="2990088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227832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Port: FRONTEND_PORT (default 3001)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40080" y="346557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Build: npm run build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40080" y="3703320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git push → Railway auto-build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40080" y="3941064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Health: HTTP 200 on /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794760" y="1325880"/>
            <a:ext cx="3383280" cy="4023360"/>
          </a:xfrm>
          <a:prstGeom prst="rect">
            <a:avLst/>
          </a:prstGeom>
          <a:solidFill>
            <a:srgbClr val="1A2540"/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94760" y="1325880"/>
            <a:ext cx="3383280" cy="457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389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  · BACKEND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931920" y="15727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BOS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931920" y="180136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Uvicorn · Psycopg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931920" y="203911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Pydantic v2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931920" y="227685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Gateway (OpenAI streaming)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931920" y="251460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server (stdio + HTTP)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931920" y="275234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API v1/v2 · Query Engine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931920" y="299008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indexer + semantic search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931920" y="322783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931920" y="346557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Port: BACKEND_PORT (default 8000)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931920" y="370332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Health: GET /health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931920" y="394106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Docker → Railway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931920" y="41788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Migrations: make db:migrate (manual!)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680960" y="960120"/>
            <a:ext cx="4206240" cy="4663440"/>
          </a:xfrm>
          <a:prstGeom prst="rect">
            <a:avLst/>
          </a:prstGeom>
          <a:solidFill>
            <a:srgbClr val="121929"/>
          </a:solidFill>
          <a:ln w="19050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50800" dir="8100000">
              <a:srgbClr val="000000">
                <a:alpha val="5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680960" y="960120"/>
            <a:ext cx="4206240" cy="54864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0" y="10241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(MANAGED)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863840" y="1325880"/>
            <a:ext cx="3749040" cy="914400"/>
          </a:xfrm>
          <a:prstGeom prst="rect">
            <a:avLst/>
          </a:prstGeom>
          <a:solidFill>
            <a:srgbClr val="1A2540"/>
          </a:solidFill>
          <a:ln w="10160">
            <a:solidFill>
              <a:srgbClr val="FB718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0" y="1325880"/>
            <a:ext cx="45720" cy="9144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973568" y="13898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DB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973568" y="160934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data store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repe_fund · repe_asset · repe_deal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re_asset_quarter_state · re_scenario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re_fund_quarter_state · rag_chunks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7863840" y="2377440"/>
            <a:ext cx="3749040" cy="914400"/>
          </a:xfrm>
          <a:prstGeom prst="rect">
            <a:avLst/>
          </a:prstGeom>
          <a:solidFill>
            <a:srgbClr val="1A2540"/>
          </a:solidFill>
          <a:ln w="10160">
            <a:solidFill>
              <a:srgbClr val="34D39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63840" y="2377440"/>
            <a:ext cx="45720" cy="9144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73568" y="2441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Extension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973568" y="266090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VECTOR(1536) columns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cosine index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tsvector fallback if disabled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863840" y="3429000"/>
            <a:ext cx="3749040" cy="914400"/>
          </a:xfrm>
          <a:prstGeom prst="rect">
            <a:avLst/>
          </a:prstGeom>
          <a:solidFill>
            <a:srgbClr val="1A2540"/>
          </a:solidFill>
          <a:ln w="10160">
            <a:solidFill>
              <a:srgbClr val="FBBF2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863840" y="3429000"/>
            <a:ext cx="45720" cy="9144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73568" y="349300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Storage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973568" y="371246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Bucket: documents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uploads (PDFs, DOCX)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upload/download URLs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863840" y="4480560"/>
            <a:ext cx="3749040" cy="914400"/>
          </a:xfrm>
          <a:prstGeom prst="rect">
            <a:avLst/>
          </a:prstGeom>
          <a:solidFill>
            <a:srgbClr val="1A2540"/>
          </a:solidFill>
          <a:ln w="10160">
            <a:solidFill>
              <a:srgbClr val="A78BF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863840" y="4480560"/>
            <a:ext cx="45720" cy="9144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73568" y="45445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Flow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973568" y="476402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db:migrate runs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repo-b/db/schema/apply.js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— NOT auto on Railway deploy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7406640" y="3200400"/>
            <a:ext cx="256032" cy="0"/>
          </a:xfrm>
          <a:prstGeom prst="line">
            <a:avLst/>
          </a:prstGeom>
          <a:noFill/>
          <a:ln w="19050">
            <a:solidFill>
              <a:srgbClr val="FB7185"/>
            </a:solidFill>
            <a:prstDash val="sysDot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7388352" y="2999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DATABASE_URL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psycopg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274320" y="5870448"/>
            <a:ext cx="11612880" cy="758952"/>
          </a:xfrm>
          <a:prstGeom prst="rect">
            <a:avLst/>
          </a:prstGeom>
          <a:solidFill>
            <a:srgbClr val="1A2540"/>
          </a:solidFill>
          <a:ln w="10160">
            <a:solidFill>
              <a:srgbClr val="FBBF2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5870448"/>
            <a:ext cx="45720" cy="75895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1480" y="590702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TIMING GUIDE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411480" y="607161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deploy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411480" y="62544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~2-4 min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2715768" y="607161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deploy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2715768" y="62544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~2-4 min (cached deps)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min (new requirements)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5020056" y="607161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migration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5020056" y="62544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Manual: make db:migrate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 by Railway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24344" y="607161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check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7324344" y="62544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/api/ai/gateway/health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rag_available: true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9628632" y="607161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smoke tests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9628632" y="62544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DATABASE_URL=... make test-live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real endpoints + seed data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Winston Platform Architecture</dc:title>
  <dc:subject>PptxGenJS Presentation</dc:subject>
  <dc:creator>Winston Platform</dc:creator>
  <cp:lastModifiedBy>Winston Platform</cp:lastModifiedBy>
  <cp:revision>1</cp:revision>
  <dcterms:created xsi:type="dcterms:W3CDTF">2026-03-06T03:09:42Z</dcterms:created>
  <dcterms:modified xsi:type="dcterms:W3CDTF">2026-03-06T03:09:42Z</dcterms:modified>
</cp:coreProperties>
</file>